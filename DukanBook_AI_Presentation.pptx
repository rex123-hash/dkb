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73736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F6E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DukanBook AI VoiceBot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640080" y="26974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voice and text assistant for local shopkeepers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40080" y="32004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  ·  English  ·  Hinglish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42062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Amaan  ·  Srishti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6E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small shops still keep their accounts on a paper register.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40080" y="2057400"/>
            <a:ext cx="7863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6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has about 200 million shops, and only a small share use any accounting software.</a:t>
            </a:r>
            <a:endParaRPr lang="en-US" sz="1650" dirty="0"/>
          </a:p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6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software that exists is costly for a small shop and hard to use.</a:t>
            </a:r>
            <a:endParaRPr lang="en-US" sz="1650" dirty="0"/>
          </a:p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6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shopkeepers are far more comfortable speaking than typing.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6E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built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AI munshi for the shop.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548640" y="187452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shopkeeper just talks or types, in Hindi, English or Hinglish, and the assistant takes care of the daily money work.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640080" y="2743200"/>
            <a:ext cx="78638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the khata — udhaar given and payments received</a:t>
            </a:r>
            <a:endParaRPr lang="en-US" sz="16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Tells the balance — how much each customer owes</a:t>
            </a:r>
            <a:endParaRPr lang="en-US" sz="16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payment and call reminders</a:t>
            </a:r>
            <a:endParaRPr lang="en-US" sz="16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GST, tax, loan and business questions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6E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four parts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931920" cy="1600200"/>
          </a:xfrm>
          <a:prstGeom prst="rect">
            <a:avLst/>
          </a:prstGeom>
          <a:solidFill>
            <a:srgbClr val="F4F4F2"/>
          </a:solidFill>
          <a:ln w="12700">
            <a:solidFill>
              <a:srgbClr val="DDDDD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61848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6E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Khata (Ledger)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205740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customers and suppliers, record credit or debit, see balance and history.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663440" y="1417320"/>
            <a:ext cx="3931920" cy="1600200"/>
          </a:xfrm>
          <a:prstGeom prst="rect">
            <a:avLst/>
          </a:prstGeom>
          <a:solidFill>
            <a:srgbClr val="F4F4F2"/>
          </a:solidFill>
          <a:ln w="12700">
            <a:solidFill>
              <a:srgbClr val="DDDDD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92040" y="161848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6E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Assistant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892040" y="205740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or speak in Hindi, English or Hinglish. It understands and does the job.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3154680"/>
            <a:ext cx="3931920" cy="1600200"/>
          </a:xfrm>
          <a:prstGeom prst="rect">
            <a:avLst/>
          </a:prstGeom>
          <a:solidFill>
            <a:srgbClr val="F4F4F2"/>
          </a:solidFill>
          <a:ln w="12700">
            <a:solidFill>
              <a:srgbClr val="DDDDD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35584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6E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Reminders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77240" y="379476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and call reminders, by date and time.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663440" y="3154680"/>
            <a:ext cx="3931920" cy="1600200"/>
          </a:xfrm>
          <a:prstGeom prst="rect">
            <a:avLst/>
          </a:prstGeom>
          <a:solidFill>
            <a:srgbClr val="F4F4F2"/>
          </a:solidFill>
          <a:ln w="12700">
            <a:solidFill>
              <a:srgbClr val="DDDDD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335584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6E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Knowledge answers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92040" y="379476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GST, income tax, loans, licences and business advice.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6E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works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920240"/>
            <a:ext cx="1783080" cy="1005840"/>
          </a:xfrm>
          <a:prstGeom prst="rect">
            <a:avLst/>
          </a:prstGeom>
          <a:solidFill>
            <a:srgbClr val="1F6E4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920240"/>
            <a:ext cx="1783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or text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2331720" y="1920240"/>
            <a:ext cx="38404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15768" y="1920240"/>
            <a:ext cx="1783080" cy="1005840"/>
          </a:xfrm>
          <a:prstGeom prst="rect">
            <a:avLst/>
          </a:prstGeom>
          <a:solidFill>
            <a:srgbClr val="1F6E43"/>
          </a:solidFill>
          <a:ln/>
        </p:spPr>
      </p:sp>
      <p:sp>
        <p:nvSpPr>
          <p:cNvPr id="7" name="Text 5"/>
          <p:cNvSpPr/>
          <p:nvPr/>
        </p:nvSpPr>
        <p:spPr>
          <a:xfrm>
            <a:off x="2715768" y="1920240"/>
            <a:ext cx="1783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request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498848" y="1920240"/>
            <a:ext cx="38404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882896" y="1920240"/>
            <a:ext cx="1783080" cy="1005840"/>
          </a:xfrm>
          <a:prstGeom prst="rect">
            <a:avLst/>
          </a:prstGeom>
          <a:solidFill>
            <a:srgbClr val="1F6E43"/>
          </a:solidFill>
          <a:ln/>
        </p:spPr>
      </p:sp>
      <p:sp>
        <p:nvSpPr>
          <p:cNvPr id="10" name="Text 8"/>
          <p:cNvSpPr/>
          <p:nvPr/>
        </p:nvSpPr>
        <p:spPr>
          <a:xfrm>
            <a:off x="4882896" y="1920240"/>
            <a:ext cx="1783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the job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(ledger / answer / reminder)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665976" y="1920240"/>
            <a:ext cx="38404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7050024" y="1920240"/>
            <a:ext cx="1783080" cy="1005840"/>
          </a:xfrm>
          <a:prstGeom prst="rect">
            <a:avLst/>
          </a:prstGeom>
          <a:solidFill>
            <a:srgbClr val="1F6E43"/>
          </a:solidFill>
          <a:ln/>
        </p:spPr>
      </p:sp>
      <p:sp>
        <p:nvSpPr>
          <p:cNvPr id="13" name="Text 11"/>
          <p:cNvSpPr/>
          <p:nvPr/>
        </p:nvSpPr>
        <p:spPr>
          <a:xfrm>
            <a:off x="7050024" y="1920240"/>
            <a:ext cx="1783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 in the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language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48640" y="33832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runs on the computer itself: speech-to-text and text-to-speech, both with no paid key.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6E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knowledge engine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answers, not guesses.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78638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320 reference notes, prepared from official sources: the Income Tax Department, the GST portal, the Ministry of MSME, MUDRA, PM SVANidhi, FSSAI and NPCI.</a:t>
            </a:r>
            <a:endParaRPr lang="en-US" sz="1600" dirty="0"/>
          </a:p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question, the assistant finds the most relevant notes and answers only from them.</a:t>
            </a:r>
            <a:endParaRPr lang="en-US" sz="1600" dirty="0"/>
          </a:p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 is not sure, it says so instead of inventing a rule.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6E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Technology we used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6E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Python (FastAPI) and SQLite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389120" y="137160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logic and stores the khata.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40080" y="2212848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6E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Streamlit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389120" y="2212848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screens the shopkeeper uses.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40080" y="3054096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6E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 AI model (Ollama)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389120" y="3054096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the commands. Runs offline, no paid key.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40080" y="3895344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6E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faster-whisper and edge-tts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389120" y="3895344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in and voice out. No paid key.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40080" y="46177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run with minimal keys — the whole thing can run on a laptop.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6E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it stands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7863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6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Working: ledger (credits and debits), reminders, knowledge answers</a:t>
            </a:r>
            <a:endParaRPr lang="en-US" sz="165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6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and text, in Hindi, English and Hinglish</a:t>
            </a:r>
            <a:endParaRPr lang="en-US" sz="165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6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with automated tests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548640" y="32004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6E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61188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bigger knowledge base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voice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it online so it opens with a web link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2026-06-22T15:50:05Z</dcterms:created>
  <dcterms:modified xsi:type="dcterms:W3CDTF">2026-06-22T15:50:05Z</dcterms:modified>
</cp:coreProperties>
</file>